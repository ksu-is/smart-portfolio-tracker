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2E6BF-B10B-7646-A072-BC7E16FA8E8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F7F94-02E7-E045-AB8B-25A486C7E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476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F7F94-02E7-E045-AB8B-25A486C7E3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2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1615-2542-1320-46B2-3285B6B3D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382C1-8D24-F2BC-5C55-9DE3743D4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974E3-BB19-F79B-E49F-FDA7A455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3E4D4-F6CA-7E28-EF94-7BDCCB669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59BCD-4D96-E9F1-E118-A96267A1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8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0C6C-D8D4-645D-6B5F-60093AA6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4043B-986A-3D1B-D7DD-C87EAAA53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7ED30-A278-6A3F-0134-8A5D65DE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FCF00-8071-912E-7BB4-7FFAB118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E563-9117-D31D-B486-B5A455FD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5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5720-24A7-5249-763D-13517BEC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5B4F8-732A-F2DB-AF4A-09076BA69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772C3-1CF6-E557-DA49-FC8BCCD6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13AF-E958-9AB9-52B5-C60E31455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762D5-C2C9-D48B-37EE-A3CAA549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16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00C3-67A6-119A-94A7-9E1CECAD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72B50-CF9E-58ED-468E-4B0369582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C1930-4913-1108-372C-DB021B12A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FE6B4-E247-B196-559D-D275A94D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B49A4-FC5F-3911-844C-32FDC4A2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128F-30EA-EF3C-88A3-C4036CE9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2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AA5F-DC0A-B907-9E5C-C42E4F3D2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E55B8-3DC9-E567-0AD8-50B462E9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B8A5F-CCFA-0423-441B-5E07CCD43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329CE-3F3B-0AEB-0201-66DECD6CA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8D27DD-6182-E71E-11E6-3C39FD424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FBAA9-BA75-6897-8645-6ABDC71F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11AB78-83E0-A9BA-008A-B38A8080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680CD-022D-E32C-E2A4-51C75082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6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67E4-68AF-1C2F-02C1-4F945D49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E4374-741F-B767-8374-0BC4805D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499A76-16B9-0667-8236-2716C2FE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3C4A7-2869-E638-334D-07BE6F11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3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2AD6B-7A6B-70F4-E86B-487FD5BE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46C36-D5BD-5A63-130A-18B92848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34AD2-1E8D-8E8A-BFA1-890AD4CB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8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E6FF0-BDE5-1E68-5A25-3654648B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203BA-318F-C71C-9D40-1AC6C18A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D297E-0FBA-E4D0-F037-E0E69939F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1DDC2-5C2E-058F-475D-B1BB99EA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A6E2A-7E92-F3DB-1373-CC95525C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BB8D7-C939-5C06-D465-978C216E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3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E1202-7DCB-E19C-0CAD-542ECD05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32888B-B4CF-327D-1295-FC046A694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B8237-9A4F-9489-6B6A-785DA5488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A3853-BE09-B064-417A-7F65C541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999F0-C2D8-AF6E-57FF-D8A80838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3EFA8-4A22-6A84-4838-EEEEAC72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8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C151-16BD-B570-7BEC-CCE0508C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B3DB7-B566-8D90-EA09-3869E82E0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3E6B-51ED-9898-A232-9E76D663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9A3E4-082F-E2A5-DA04-DED7881EE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F0775-69FF-B4BE-E01C-90FCFB52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8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1D64AF-28E8-52B9-A552-40F33CCCA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80321-14D0-CEA3-A69E-471C2B25C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506FE-64D1-7DCC-4A9F-7488AEF75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C5D1-779B-C787-2881-80306597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C6A1E-0250-3613-0357-B37C5F1A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8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29F99-C723-4D70-6C92-29BF82D7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BD260-42A8-3CA8-01A0-D4B927A16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B562F-7406-2601-4503-A46074F37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5897B-0B0C-3A48-A135-C3ADCFE46E0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97315-8FBE-1AB4-5978-64A4389A5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8A2E6-B434-B641-484D-C70965371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63CCD-AA3F-E54D-BADF-0F7E4932D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17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1813-6B7C-3EF6-7CDE-C6D41F387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776" y="212650"/>
            <a:ext cx="9144000" cy="949325"/>
          </a:xfrm>
        </p:spPr>
        <p:txBody>
          <a:bodyPr/>
          <a:lstStyle/>
          <a:p>
            <a:r>
              <a:rPr lang="en-US" dirty="0"/>
              <a:t>Smart Portfolio Tracker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19693-630B-DC5B-EE03-869C994B6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69787" y="538456"/>
            <a:ext cx="2052083" cy="29771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By Adrian Pedersen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E14F7-49A5-D1EC-4D13-196A24A62BB3}"/>
              </a:ext>
            </a:extLst>
          </p:cNvPr>
          <p:cNvSpPr txBox="1"/>
          <p:nvPr/>
        </p:nvSpPr>
        <p:spPr>
          <a:xfrm>
            <a:off x="552893" y="1616149"/>
            <a:ext cx="8016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Track your stock performance in real time with a simple Python – based tool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1BA2D-177E-F013-B004-2964EA1D0731}"/>
              </a:ext>
            </a:extLst>
          </p:cNvPr>
          <p:cNvSpPr txBox="1"/>
          <p:nvPr/>
        </p:nvSpPr>
        <p:spPr>
          <a:xfrm>
            <a:off x="627321" y="2222205"/>
            <a:ext cx="29133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Multiple stock tracking</a:t>
            </a:r>
          </a:p>
          <a:p>
            <a:r>
              <a:rPr lang="en-US" dirty="0"/>
              <a:t>-     Real – time price lookup 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Profit/loss Calculation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JSON data storage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18782B-F3E2-1610-51F3-6795A2C01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693" y="1459687"/>
            <a:ext cx="2984188" cy="5140942"/>
          </a:xfrm>
          <a:prstGeom prst="rect">
            <a:avLst/>
          </a:prstGeom>
        </p:spPr>
      </p:pic>
      <p:pic>
        <p:nvPicPr>
          <p:cNvPr id="12" name="Picture 11" descr="Office building overlayed with stock market graphs">
            <a:extLst>
              <a:ext uri="{FF2B5EF4-FFF2-40B4-BE49-F238E27FC236}">
                <a16:creationId xmlns:a16="http://schemas.microsoft.com/office/drawing/2014/main" id="{FDA9DD25-D6BD-BF34-E373-829D93398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89" y="3927686"/>
            <a:ext cx="4402997" cy="293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95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37</Words>
  <Application>Microsoft Macintosh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Smart Portfolio Tracker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Pedersen</dc:creator>
  <cp:lastModifiedBy>Adrian Pedersen</cp:lastModifiedBy>
  <cp:revision>1</cp:revision>
  <dcterms:created xsi:type="dcterms:W3CDTF">2026-04-29T17:43:48Z</dcterms:created>
  <dcterms:modified xsi:type="dcterms:W3CDTF">2026-04-29T18:09:53Z</dcterms:modified>
</cp:coreProperties>
</file>